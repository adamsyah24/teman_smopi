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2256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FB63E-7AF1-4BC8-9ABA-FC446C55BC1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C69E-4542-4DB9-A0A1-0BA6770A5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373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FB63E-7AF1-4BC8-9ABA-FC446C55BC1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C69E-4542-4DB9-A0A1-0BA6770A5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12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FB63E-7AF1-4BC8-9ABA-FC446C55BC1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C69E-4542-4DB9-A0A1-0BA6770A5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452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FB63E-7AF1-4BC8-9ABA-FC446C55BC1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C69E-4542-4DB9-A0A1-0BA6770A5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818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FB63E-7AF1-4BC8-9ABA-FC446C55BC1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C69E-4542-4DB9-A0A1-0BA6770A5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243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FB63E-7AF1-4BC8-9ABA-FC446C55BC1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C69E-4542-4DB9-A0A1-0BA6770A5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76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FB63E-7AF1-4BC8-9ABA-FC446C55BC1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C69E-4542-4DB9-A0A1-0BA6770A5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93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FB63E-7AF1-4BC8-9ABA-FC446C55BC1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C69E-4542-4DB9-A0A1-0BA6770A5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482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FB63E-7AF1-4BC8-9ABA-FC446C55BC1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C69E-4542-4DB9-A0A1-0BA6770A5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715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FB63E-7AF1-4BC8-9ABA-FC446C55BC1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C69E-4542-4DB9-A0A1-0BA6770A5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6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FB63E-7AF1-4BC8-9ABA-FC446C55BC1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C69E-4542-4DB9-A0A1-0BA6770A5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7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FB63E-7AF1-4BC8-9ABA-FC446C55BC1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13C69E-4542-4DB9-A0A1-0BA6770A5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91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450" y="1055687"/>
            <a:ext cx="6382621" cy="465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826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04200" y="2037075"/>
            <a:ext cx="3517900" cy="3394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Login as : Super Admin</a:t>
            </a:r>
          </a:p>
          <a:p>
            <a:pPr marL="0" indent="0">
              <a:buNone/>
            </a:pPr>
            <a:r>
              <a:rPr lang="en-US" sz="2400" dirty="0" smtClean="0"/>
              <a:t>Username : </a:t>
            </a:r>
            <a:r>
              <a:rPr lang="en-US" sz="2400" dirty="0" err="1" smtClean="0"/>
              <a:t>SuperAdmin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Email: admin@admin.com</a:t>
            </a:r>
          </a:p>
          <a:p>
            <a:pPr marL="0" indent="0">
              <a:buNone/>
            </a:pPr>
            <a:r>
              <a:rPr lang="en-US" sz="2400" dirty="0" smtClean="0"/>
              <a:t>Menu : Dashboard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87" y="1825625"/>
            <a:ext cx="7353457" cy="360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569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87" y="1806465"/>
            <a:ext cx="7353457" cy="3624998"/>
          </a:xfrm>
          <a:prstGeom prst="rect">
            <a:avLst/>
          </a:prstGeom>
        </p:spPr>
      </p:pic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8204200" y="2037075"/>
            <a:ext cx="3517900" cy="3394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Login as : Super Admin</a:t>
            </a:r>
          </a:p>
          <a:p>
            <a:pPr marL="0" indent="0">
              <a:buNone/>
            </a:pPr>
            <a:r>
              <a:rPr lang="en-US" sz="2400" dirty="0" smtClean="0"/>
              <a:t>Username : </a:t>
            </a:r>
            <a:r>
              <a:rPr lang="en-US" sz="2400" dirty="0" err="1" smtClean="0"/>
              <a:t>SuperAdmin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Email: admin@admin.com</a:t>
            </a:r>
          </a:p>
          <a:p>
            <a:pPr marL="0" indent="0">
              <a:buNone/>
            </a:pPr>
            <a:r>
              <a:rPr lang="en-US" sz="2400" dirty="0" smtClean="0"/>
              <a:t>Menu : </a:t>
            </a:r>
            <a:r>
              <a:rPr lang="en-US" sz="2400" dirty="0" err="1" smtClean="0"/>
              <a:t>Tabel</a:t>
            </a:r>
            <a:r>
              <a:rPr lang="en-US" sz="2400" dirty="0" smtClean="0"/>
              <a:t> </a:t>
            </a:r>
            <a:r>
              <a:rPr lang="en-US" sz="2400" dirty="0" err="1" smtClean="0"/>
              <a:t>Laporan</a:t>
            </a:r>
            <a:r>
              <a:rPr lang="en-US" sz="2400" dirty="0" smtClean="0"/>
              <a:t> Admin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09512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87" y="1817961"/>
            <a:ext cx="7353457" cy="3613502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204200" y="2037075"/>
            <a:ext cx="3517900" cy="3394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Login as : Super Admin</a:t>
            </a:r>
          </a:p>
          <a:p>
            <a:pPr marL="0" indent="0">
              <a:buNone/>
            </a:pPr>
            <a:r>
              <a:rPr lang="en-US" sz="2400" dirty="0" smtClean="0"/>
              <a:t>Username : </a:t>
            </a:r>
            <a:r>
              <a:rPr lang="en-US" sz="2400" dirty="0" err="1" smtClean="0"/>
              <a:t>SuperAdmin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Email: admin@admin.com</a:t>
            </a:r>
          </a:p>
          <a:p>
            <a:pPr marL="0" indent="0">
              <a:buNone/>
            </a:pPr>
            <a:r>
              <a:rPr lang="en-US" sz="2400" dirty="0" smtClean="0"/>
              <a:t>Menu : </a:t>
            </a:r>
            <a:r>
              <a:rPr lang="en-US" sz="2400" dirty="0" err="1" smtClean="0"/>
              <a:t>Tabel</a:t>
            </a:r>
            <a:r>
              <a:rPr lang="en-US" sz="2400" dirty="0" smtClean="0"/>
              <a:t> </a:t>
            </a:r>
            <a:r>
              <a:rPr lang="en-US" sz="2400" dirty="0" err="1" smtClean="0"/>
              <a:t>Daftar</a:t>
            </a:r>
            <a:r>
              <a:rPr lang="en-US" sz="2400" dirty="0" smtClean="0"/>
              <a:t> User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82669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204200" y="2037075"/>
            <a:ext cx="3517900" cy="3394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Login as : Admin</a:t>
            </a:r>
          </a:p>
          <a:p>
            <a:pPr marL="0" indent="0">
              <a:buNone/>
            </a:pPr>
            <a:r>
              <a:rPr lang="en-US" sz="2400" dirty="0" smtClean="0"/>
              <a:t>Username : Adam</a:t>
            </a:r>
          </a:p>
          <a:p>
            <a:pPr marL="0" indent="0">
              <a:buNone/>
            </a:pPr>
            <a:r>
              <a:rPr lang="en-US" sz="2400" dirty="0" smtClean="0"/>
              <a:t>Email: adam@adam.com</a:t>
            </a:r>
          </a:p>
          <a:p>
            <a:pPr marL="0" indent="0">
              <a:buNone/>
            </a:pPr>
            <a:r>
              <a:rPr lang="en-US" sz="2400" dirty="0" smtClean="0"/>
              <a:t>Menu : Dashboard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86" y="1933266"/>
            <a:ext cx="7353457" cy="360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31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204200" y="2037075"/>
            <a:ext cx="3517900" cy="3394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Login as : Admin</a:t>
            </a:r>
          </a:p>
          <a:p>
            <a:pPr marL="0" indent="0">
              <a:buNone/>
            </a:pPr>
            <a:r>
              <a:rPr lang="en-US" sz="2400" dirty="0" smtClean="0"/>
              <a:t>Username : Adam</a:t>
            </a:r>
          </a:p>
          <a:p>
            <a:pPr marL="0" indent="0">
              <a:buNone/>
            </a:pPr>
            <a:r>
              <a:rPr lang="en-US" sz="2400" dirty="0" smtClean="0"/>
              <a:t>Email: adam@adam.com</a:t>
            </a:r>
          </a:p>
          <a:p>
            <a:pPr marL="0" indent="0">
              <a:buNone/>
            </a:pPr>
            <a:r>
              <a:rPr lang="en-US" sz="2400" dirty="0" smtClean="0"/>
              <a:t>Menu : </a:t>
            </a:r>
            <a:r>
              <a:rPr lang="en-US" sz="2400" dirty="0" err="1" smtClean="0"/>
              <a:t>Tabel</a:t>
            </a:r>
            <a:r>
              <a:rPr lang="en-US" sz="2400" dirty="0" smtClean="0"/>
              <a:t> </a:t>
            </a:r>
            <a:r>
              <a:rPr lang="en-US" sz="2400" dirty="0" err="1" smtClean="0"/>
              <a:t>Daftar</a:t>
            </a:r>
            <a:r>
              <a:rPr lang="en-US" sz="2400" dirty="0" smtClean="0"/>
              <a:t> User</a:t>
            </a:r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86" y="1798802"/>
            <a:ext cx="7353457" cy="363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959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204200" y="2037075"/>
            <a:ext cx="3517900" cy="3394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Login as : </a:t>
            </a:r>
            <a:r>
              <a:rPr lang="en-US" sz="2400" dirty="0" err="1" smtClean="0"/>
              <a:t>Pengembang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Username : Developer</a:t>
            </a:r>
          </a:p>
          <a:p>
            <a:pPr marL="0" indent="0">
              <a:buNone/>
            </a:pPr>
            <a:r>
              <a:rPr lang="en-US" sz="2400" dirty="0" smtClean="0"/>
              <a:t>Email: dev@dev.com</a:t>
            </a:r>
          </a:p>
          <a:p>
            <a:pPr marL="0" indent="0">
              <a:buNone/>
            </a:pPr>
            <a:r>
              <a:rPr lang="en-US" sz="2400" dirty="0" smtClean="0"/>
              <a:t>Menu : Dashboard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86" y="1933266"/>
            <a:ext cx="7353457" cy="360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491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204200" y="2037075"/>
            <a:ext cx="3517900" cy="3394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Login as : </a:t>
            </a:r>
            <a:r>
              <a:rPr lang="en-US" sz="2400" dirty="0" err="1" smtClean="0"/>
              <a:t>Pengembang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Username : Developer</a:t>
            </a:r>
          </a:p>
          <a:p>
            <a:pPr marL="0" indent="0">
              <a:buNone/>
            </a:pPr>
            <a:r>
              <a:rPr lang="en-US" sz="2400" dirty="0" smtClean="0"/>
              <a:t>Email: dev@dev.com</a:t>
            </a:r>
          </a:p>
          <a:p>
            <a:pPr marL="0" indent="0">
              <a:buNone/>
            </a:pPr>
            <a:r>
              <a:rPr lang="en-US" sz="2400" dirty="0" smtClean="0"/>
              <a:t>Menu : </a:t>
            </a:r>
            <a:r>
              <a:rPr lang="en-US" sz="2400" dirty="0" err="1" smtClean="0"/>
              <a:t>Tabel</a:t>
            </a:r>
            <a:r>
              <a:rPr lang="en-US" sz="2400" dirty="0" smtClean="0"/>
              <a:t> </a:t>
            </a:r>
            <a:r>
              <a:rPr lang="en-US" sz="2400" dirty="0" err="1" smtClean="0"/>
              <a:t>Laporan</a:t>
            </a:r>
            <a:r>
              <a:rPr lang="en-US" sz="2400" dirty="0" smtClean="0"/>
              <a:t> Admin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86" y="1806465"/>
            <a:ext cx="7353457" cy="362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79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102</Words>
  <Application>Microsoft Office PowerPoint</Application>
  <PresentationFormat>Widescreen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DHK-Mas Adam Syah Nuhandika</dc:creator>
  <cp:lastModifiedBy>DHK-Mas Adam Syah Nuhandika</cp:lastModifiedBy>
  <cp:revision>4</cp:revision>
  <dcterms:created xsi:type="dcterms:W3CDTF">2025-08-28T00:21:33Z</dcterms:created>
  <dcterms:modified xsi:type="dcterms:W3CDTF">2025-08-28T00:25:06Z</dcterms:modified>
</cp:coreProperties>
</file>